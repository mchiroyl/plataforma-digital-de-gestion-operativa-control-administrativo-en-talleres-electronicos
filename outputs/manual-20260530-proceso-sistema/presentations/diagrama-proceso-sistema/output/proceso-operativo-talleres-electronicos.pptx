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e31276c4ec4096" /><Relationship Type="http://schemas.openxmlformats.org/officeDocument/2006/relationships/extended-properties" Target="/docProps/app.xml" Id="R48c6af6f0fe74abe" /><Relationship Type="http://schemas.openxmlformats.org/officeDocument/2006/relationships/officeDocument" Target="/ppt/presentation.xml" Id="R2ce4d986043c4a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8956410536481a"/>
  </p:sldMasterIdLst>
  <p:notesMasterIdLst>
    <p:notesMasterId xmlns:r="http://schemas.openxmlformats.org/officeDocument/2006/relationships" r:id="Rb394eabc888b4547"/>
  </p:notesMasterIdLst>
  <p:sldIdLst>
    <p:sldId xmlns:r="http://schemas.openxmlformats.org/officeDocument/2006/relationships" id="256" r:id="Ref2b6b63bee44760"/>
    <p:sldId xmlns:r="http://schemas.openxmlformats.org/officeDocument/2006/relationships" id="257" r:id="R9314d5a34c924aad"/>
    <p:sldId xmlns:r="http://schemas.openxmlformats.org/officeDocument/2006/relationships" id="258" r:id="R93c6f572771e4c95"/>
    <p:sldId xmlns:r="http://schemas.openxmlformats.org/officeDocument/2006/relationships" id="259" r:id="R37c3c6bca3284250"/>
    <p:sldId xmlns:r="http://schemas.openxmlformats.org/officeDocument/2006/relationships" id="260" r:id="Re983e9c0a3794b04"/>
    <p:sldId xmlns:r="http://schemas.openxmlformats.org/officeDocument/2006/relationships" id="261" r:id="R9517a789c7dc44d9"/>
    <p:sldId xmlns:r="http://schemas.openxmlformats.org/officeDocument/2006/relationships" id="262" r:id="R5230767fbdfa4001"/>
    <p:sldId xmlns:r="http://schemas.openxmlformats.org/officeDocument/2006/relationships" id="263" r:id="R7bdf3b0630404eec"/>
    <p:sldId xmlns:r="http://schemas.openxmlformats.org/officeDocument/2006/relationships" id="264" r:id="R4880a89938694eb0"/>
    <p:sldId xmlns:r="http://schemas.openxmlformats.org/officeDocument/2006/relationships" id="265" r:id="Rde33ec0e7d2a45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956410536481a" /><Relationship Type="http://schemas.openxmlformats.org/officeDocument/2006/relationships/theme" Target="/ppt/theme/theme1.xml" Id="Ra83a4fc1997548ae" /><Relationship Type="http://schemas.openxmlformats.org/officeDocument/2006/relationships/notesMaster" Target="/ppt/notesMasters/notesMaster1.xml" Id="Rb394eabc888b4547" /><Relationship Type="http://schemas.openxmlformats.org/officeDocument/2006/relationships/presProps" Target="/ppt/presProps.xml" Id="R862f111207fc4062" /><Relationship Type="http://schemas.openxmlformats.org/officeDocument/2006/relationships/viewProps" Target="/ppt/viewProps.xml" Id="R20bc11b17d9c4a39" /><Relationship Type="http://schemas.openxmlformats.org/officeDocument/2006/relationships/tableStyles" Target="/ppt/tableStyles.xml" Id="R97040e8d5fce4114" /><Relationship Type="http://schemas.openxmlformats.org/officeDocument/2006/relationships/slide" Target="/ppt/slides/slide1.xml" Id="Ref2b6b63bee44760" /><Relationship Type="http://schemas.openxmlformats.org/officeDocument/2006/relationships/slide" Target="/ppt/slides/slide2.xml" Id="R9314d5a34c924aad" /><Relationship Type="http://schemas.openxmlformats.org/officeDocument/2006/relationships/slide" Target="/ppt/slides/slide3.xml" Id="R93c6f572771e4c95" /><Relationship Type="http://schemas.openxmlformats.org/officeDocument/2006/relationships/slide" Target="/ppt/slides/slide4.xml" Id="R37c3c6bca3284250" /><Relationship Type="http://schemas.openxmlformats.org/officeDocument/2006/relationships/slide" Target="/ppt/slides/slide5.xml" Id="Re983e9c0a3794b04" /><Relationship Type="http://schemas.openxmlformats.org/officeDocument/2006/relationships/slide" Target="/ppt/slides/slide6.xml" Id="R9517a789c7dc44d9" /><Relationship Type="http://schemas.openxmlformats.org/officeDocument/2006/relationships/slide" Target="/ppt/slides/slide7.xml" Id="R5230767fbdfa4001" /><Relationship Type="http://schemas.openxmlformats.org/officeDocument/2006/relationships/slide" Target="/ppt/slides/slide8.xml" Id="R7bdf3b0630404eec" /><Relationship Type="http://schemas.openxmlformats.org/officeDocument/2006/relationships/slide" Target="/ppt/slides/slide9.xml" Id="R4880a89938694eb0" /><Relationship Type="http://schemas.openxmlformats.org/officeDocument/2006/relationships/slide" Target="/ppt/slides/slide10.xml" Id="Rde33ec0e7d2a45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188a77337d646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108dea11bd47b0" /><Relationship Type="http://schemas.openxmlformats.org/officeDocument/2006/relationships/notesMaster" Target="/ppt/notesMasters/notesMaster1.xml" Id="R5f474ce0859c4d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2318fe7d4b4bad" /><Relationship Type="http://schemas.openxmlformats.org/officeDocument/2006/relationships/notesMaster" Target="/ppt/notesMasters/notesMaster1.xml" Id="Rc733ab4de1c948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8829cbd4874b75" /><Relationship Type="http://schemas.openxmlformats.org/officeDocument/2006/relationships/notesMaster" Target="/ppt/notesMasters/notesMaster1.xml" Id="Rf4250a02bd8043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45330642f8428e" /><Relationship Type="http://schemas.openxmlformats.org/officeDocument/2006/relationships/notesMaster" Target="/ppt/notesMasters/notesMaster1.xml" Id="Re6484f718f9c47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86588d2a934f2d" /><Relationship Type="http://schemas.openxmlformats.org/officeDocument/2006/relationships/notesMaster" Target="/ppt/notesMasters/notesMaster1.xml" Id="R710fb7cd1d9c49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227b3af7bb4ac9" /><Relationship Type="http://schemas.openxmlformats.org/officeDocument/2006/relationships/notesMaster" Target="/ppt/notesMasters/notesMaster1.xml" Id="Rf8b5ecc787ef42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a21f7ba36e4870" /><Relationship Type="http://schemas.openxmlformats.org/officeDocument/2006/relationships/notesMaster" Target="/ppt/notesMasters/notesMaster1.xml" Id="R9eb46533257446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df23cc707640ee" /><Relationship Type="http://schemas.openxmlformats.org/officeDocument/2006/relationships/notesMaster" Target="/ppt/notesMasters/notesMaster1.xml" Id="R3f3ff6e258bd47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65ddcac70a49df" /><Relationship Type="http://schemas.openxmlformats.org/officeDocument/2006/relationships/notesMaster" Target="/ppt/notesMasters/notesMaster1.xml" Id="R510d68d5e2ba49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6d990d89f04df4" /><Relationship Type="http://schemas.openxmlformats.org/officeDocument/2006/relationships/notesMaster" Target="/ppt/notesMasters/notesMaster1.xml" Id="R7e8858e16aaa42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fabdbe99d4ab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38e2663f3044298" /><Relationship Type="http://schemas.openxmlformats.org/officeDocument/2006/relationships/slideLayout" Target="/ppt/slideLayouts/slideLayout2.xml" Id="R264866f3bd394c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4866f3bd394c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5022bb57124990" /><Relationship Type="http://schemas.openxmlformats.org/officeDocument/2006/relationships/notesSlide" Target="/ppt/notesSlides/notesSlide1.xml" Id="Ree19dea5384949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48fe166b184fae" /><Relationship Type="http://schemas.openxmlformats.org/officeDocument/2006/relationships/notesSlide" Target="/ppt/notesSlides/notesSlide2.xml" Id="R3324969d741f47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c1836bc9924a56" /><Relationship Type="http://schemas.openxmlformats.org/officeDocument/2006/relationships/notesSlide" Target="/ppt/notesSlides/notesSlide3.xml" Id="R71416e84f40a4b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b8539303fb4973" /><Relationship Type="http://schemas.openxmlformats.org/officeDocument/2006/relationships/notesSlide" Target="/ppt/notesSlides/notesSlide4.xml" Id="R085283b7047941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68822bf9df4e3a" /><Relationship Type="http://schemas.openxmlformats.org/officeDocument/2006/relationships/notesSlide" Target="/ppt/notesSlides/notesSlide5.xml" Id="R841fc5d756f649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2b00cae25241ce" /><Relationship Type="http://schemas.openxmlformats.org/officeDocument/2006/relationships/notesSlide" Target="/ppt/notesSlides/notesSlide6.xml" Id="Rf2b66c7c264f45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e56a0b16224b46" /><Relationship Type="http://schemas.openxmlformats.org/officeDocument/2006/relationships/notesSlide" Target="/ppt/notesSlides/notesSlide7.xml" Id="Rbc9dbba19e184a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54f34f524844c4" /><Relationship Type="http://schemas.openxmlformats.org/officeDocument/2006/relationships/notesSlide" Target="/ppt/notesSlides/notesSlide8.xml" Id="Rd9adfc4d0fa14c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ef92c2425b4f43" /><Relationship Type="http://schemas.openxmlformats.org/officeDocument/2006/relationships/notesSlide" Target="/ppt/notesSlides/notesSlide9.xml" Id="R2fae37a9c21f4e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4700006437405f" /><Relationship Type="http://schemas.openxmlformats.org/officeDocument/2006/relationships/notesSlide" Target="/ppt/notesSlides/notesSlide10.xml" Id="R08f896d6f44840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F741AA-98C7-4EAD-AF08-88550D3C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DE6D7-139D-428F-8FCB-C82ABD05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02A2D-43D7-4AB9-AACF-ECEB7E9C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Universidad Mariano Gálvez de Guatemala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A558E-7CF6-4494-ABD3-C03C2D51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Diagrama de proceso del sistema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67F32-16C3-4942-A993-6BE0FA36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FFF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8FFF5"/>
                </a:solidFill>
                <a:latin typeface="Aptos"/>
                <a:ea typeface="Aptos"/>
                <a:cs typeface="Aptos"/>
              </a:rPr>
              <a:t>Plataforma digital de gestion operativa para talleres electronicos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06631-4FB1-491A-A392-DEEA41A8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42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55200-027A-4E40-ACEC-299E1AC5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54BD6-6C71-4F29-B071-B8F16F28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Curso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CFA3C-B5AF-46BB-A3E7-8C4207CA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Ingeniería de software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Instructora: Ing. Karen Patricia Hernández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8890E-72CD-4CE8-B822-0B3F1766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76625"/>
            <a:ext cx="5334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F02CC-B7D2-456C-9DE9-BF6477FF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76625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40BE0-4E62-45E3-98C2-B8D6113C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48075"/>
            <a:ext cx="499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Integrantes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25EC0-FC36-4302-AA45-CDF38D05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90975"/>
            <a:ext cx="4991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Marvin Chiroy · Obady Pérez · Zaqueo Chivalan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Eddy Cuyuch · Josue Sanchez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D3801-3FC9-4144-B447-A3EB5352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81150"/>
            <a:ext cx="838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77245-E1FA-447A-9C57-3D90615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981200"/>
            <a:ext cx="838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2FE4C-CA93-430D-8E9E-DD8C4B78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838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3D7FA-4DE5-43ED-8460-07DA36C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6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694"/>
                </a:solidFill>
                <a:latin typeface="Aptos"/>
                <a:ea typeface="Aptos"/>
                <a:cs typeface="Aptos"/>
              </a:rPr>
              <a:t>Ingeniería de software · UMG · 01</a:t>
            </a:r>
          </a:p>
        </p:txBody>
      </p:sp>
    </p:spTree>
    <p:extLst>
      <p:ext uri="{BB962C8B-B14F-4D97-AF65-F5344CB8AC3E}">
        <p14:creationId xmlns:p14="http://schemas.microsoft.com/office/powerpoint/2010/main" val="21123610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5E8543-5EA3-402F-8869-80640D5B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F6F8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53AFD-CAA9-476C-9136-5ECA4447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2B49E-EF23-4C8C-8DCC-51128676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PROCESO OPERATIVO DEL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F2D5D-3D9E-4224-905A-F4E0C550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El sistema digitaliza el ciclo completo de una reparacion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EA6D1-1515-4330-9D38-DDABF17C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22208-9F32-420F-AC8E-0F4A4820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47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La plataforma conecta recepcion, tecnico, cliente e inventario para que cada orden avance con trazabilidad, evidencia y decisiones registradas.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2EAD3-320B-49EA-ACB1-8AF14362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266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8777F-707D-4928-B874-1A9B409A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716E2-2146-4251-8403-166C337B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445D7-212B-483C-AE7E-B9F3552F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241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Recepcion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183A6-B3B6-40D2-A7D2-D836E1B7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14668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Cliente, equipo, falla y ticket QR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F2AE5-218B-48A9-B3EE-B3E0EE89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2B34A-0FDB-4515-9683-6658BDB3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266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F2E41-86C2-4D20-9291-51CA94D4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4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42302-4699-46FA-B17D-3A834CC1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03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D2206-CAC5-4D26-AC47-D7364FB3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241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Revision tecnica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42216-6C25-40DA-99E2-320E4EB6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19425"/>
            <a:ext cx="14668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Diagnostico, hallazgos y presupuesto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6E473-5C87-46A0-9020-5D17B255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432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17EB0-6BA8-444D-8251-F86BAB01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266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03B9D-D5A9-49D3-8BF8-C0F1C908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CA06D-0844-4684-8D30-CF6C113D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56E6E-D0E2-4602-8F3B-308F05A2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241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Decision cliente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6633C-2E7E-4C3F-9C9A-B69975A6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19425"/>
            <a:ext cx="14668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Rastreo publico o WhatsApp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28E66B-D25A-4896-A3BD-C141FDBD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6981E9-6AE5-47BB-8384-34E1C903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2266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853A66-88BC-422B-9A68-B192B996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7EA772-23A7-4055-8899-8A037C61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03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A6645D-89B9-4CDB-8235-496EE7DA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Ejecucion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19822F-933D-4C83-BC82-53214331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19425"/>
            <a:ext cx="14668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Reparacion, inventario, pago y entrega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42DD4A-AB0E-4250-9D29-641E4A9C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9791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5CE3B8-BF48-4E73-993E-15FBFB99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433E1A-548C-4841-8256-212B73C2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944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Resultado administrativo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C6AD00-75E8-494D-9B61-ADC52ADA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67350"/>
            <a:ext cx="944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Una orden conserva codigo unico, token de rastreo, historial de estados, presupuesto, pagos y movimientos de inventario.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ABA335-25FD-4ABD-A0C1-52948E41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6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694"/>
                </a:solidFill>
                <a:latin typeface="Aptos"/>
                <a:ea typeface="Aptos"/>
                <a:cs typeface="Aptos"/>
              </a:rPr>
              <a:t>Ingeniería de software · UMG · 02</a:t>
            </a:r>
          </a:p>
        </p:txBody>
      </p:sp>
    </p:spTree>
    <p:extLst>
      <p:ext uri="{BB962C8B-B14F-4D97-AF65-F5344CB8AC3E}">
        <p14:creationId xmlns:p14="http://schemas.microsoft.com/office/powerpoint/2010/main" val="19726206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3370F4-2C75-4D34-8351-90D13577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F6F8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B4BCD-5AFD-4114-8B24-E9698594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70F08-FD67-4AE0-9DB6-1BF9BD3F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PROCESO OPERATIVO DEL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F72BA-D9DD-4163-974C-94D663D3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Mapa general del flujo operativo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E90A9-7D23-48EB-B183-45955355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D8F35-DE1C-497D-A5F8-45E78F36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9C9D5-9D3D-41D6-BBE1-CEC422EE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E8EEB-76C2-40C9-B030-5CF2A9C0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FBD69-B023-45D1-899C-210CD277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907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Cliente llega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75CC9-3350-49B8-AF7D-B8000BCC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85975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Entrega equipo y describe el problema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33919-4670-4E91-A400-E1156D57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574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BE5C5-EE42-4C7D-8B0D-1072BE01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3830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02B29-A4B2-4AA7-815A-2E2AAC65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90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FE6FE-A902-47B7-8F85-D43CFAF1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669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D4C79-A692-4643-BFF9-EE7007C2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907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Registro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8270A-0304-499B-ABD9-6CFD0F63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85975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Cliente + equipo + fallas + clave si aplica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F24D0-AF97-498E-9C76-48FE611E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574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6C216-9AEA-4F97-9725-162099C7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C6BB2-F1DA-448A-9B4E-EC49A493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DC3A1-71B9-453A-87EC-6D85E4A8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669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BE966-C25E-4EB2-B49B-0D379203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907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Orden y QR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7C05E0-D062-4F01-9017-776B69EC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85975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Codigo ORD-YYYY-00001 y token publico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54372-5C25-4509-B47D-E3377E0D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574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37F13-F584-4FC9-8B99-84999DD1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3830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3027E-A5AF-4149-8EA5-2F366113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0AE6DF-8CEE-46A2-A94B-88BBB5C3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669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9B32D4-C2F4-4C72-BE39-B2A59055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907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Diagnostico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2CA8F5-3E75-445B-906E-360B931B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85975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Tecnico registra hallazgos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FFFBF3-7A55-492A-AAB6-484ED612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05280E-2A71-42BD-A588-8F77FA71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AB0AED-3631-4252-B384-275EC7EB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4F8197-74FB-4936-B24A-1E9B6095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Presupuesto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F726D3-5B42-45FB-AFA0-17D74D33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38675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Mano de obra, repuestos y total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F52A3C-69B1-47A0-8EAC-AF7B56A7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101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E33A3F-53E1-47E9-BAC6-53947316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9100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AE4738-A264-470F-9114-DD304D3D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43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971B4E-DD52-4E34-ACFD-D0141D85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196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5C378A-EF2E-4511-8E38-430C7AB9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434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8EF506-F92E-4A29-911A-FA705875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38675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Aceptar o rechazar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3454B4-CFC8-4952-9FC9-30A7C171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6101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D1F948-5A8A-4490-AA47-E700AF9E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E41AF4-BCD2-47CF-99D9-E4C2156E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43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62EAD1-C961-498A-9E7C-CC213C78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2823E4-C774-4A1B-8BB8-53954A33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434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Reparacion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F3709F-A560-42A5-A45F-96571DB3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38675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Consumo de inventario si aplica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73C4CB-DFE4-4A19-8AC0-655D5942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01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29914A-7AA9-496D-ACDF-E3AD52B5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9100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91934D-9339-4C33-971F-D40EC75A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43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EC657B-F4CE-43EA-AE56-9F58F2C5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196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551922-6CFB-4AC8-8227-9D13A4B7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434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Pago y entrega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336922-CD7D-44E7-A83C-A269B930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38675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Saldo cero para finalizar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9288AF-5EF4-449D-8AE5-8B8FB33C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10363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El flujo se mueve de la recepcion hacia la entrega; cada etapa agrega datos que reducen errores y reclamos.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81A47A-EB44-44C9-A604-677A7B8A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6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694"/>
                </a:solidFill>
                <a:latin typeface="Aptos"/>
                <a:ea typeface="Aptos"/>
                <a:cs typeface="Aptos"/>
              </a:rPr>
              <a:t>Ingeniería de software · UMG · 03</a:t>
            </a:r>
          </a:p>
        </p:txBody>
      </p:sp>
    </p:spTree>
    <p:extLst>
      <p:ext uri="{BB962C8B-B14F-4D97-AF65-F5344CB8AC3E}">
        <p14:creationId xmlns:p14="http://schemas.microsoft.com/office/powerpoint/2010/main" val="2517808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A101D6-90BB-4500-A8A6-28AF4719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F6F8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DFDE6-7640-4CF3-8275-B261E940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85D50-D023-4034-9D2C-B8DB54ED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PROCESO OPERATIVO DEL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94AD6-1736-4F05-96CC-E4FE40A1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Recepcion: captura inicial y control de evidencia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6158D-A09D-4E1C-90D8-50FB8419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DE76E-5872-4B86-9C11-49328D0A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66929-C78B-446C-B656-23A13A3D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71DAB-C2AE-4564-BF1A-2127898F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CFF81-AB00-4181-93BE-01144D9A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716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Buscar o registrar 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A121D-A273-4537-8349-E10A8761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66925"/>
            <a:ext cx="2057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Nombre, telefono, DPI/NIT y datos de contacto.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97A45-A05E-4198-AED9-47A5808B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CC8B4-578D-4936-8952-5F62CBA2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7716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AD8E2-6E67-47A9-813C-1CB4FF43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47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8966E-D234-4C01-8D1B-3DB8EF56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716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Registrar equipo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344F7-B3B3-4A87-9310-EE882630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66925"/>
            <a:ext cx="2057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Tipo, marca, modelo, serie/IMEI, color, estado fisico y accesorios.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88375-3471-4502-B70A-E0774964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E38A0-2464-4768-83AB-D5C5759A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716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1AA92-8B72-4458-A18B-52968D88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47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5251F-5C06-4BEE-8801-DED6D2A6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716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Crear orden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F6120-17AB-4E5D-BF58-4977C5D8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66925"/>
            <a:ext cx="2057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Problema reportado, fallas marcadas y tecnico asignado si aplica.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83C7A-9FE4-4521-8B94-7605ED66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76450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F683D-DF1B-4712-A1A5-8FC3A8A5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76450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11C57F-F041-465A-B5F0-B6CBE457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0F9306-99E1-48C6-A2E7-5C6B0BF3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02D77-9D45-46D1-B1CC-B57ED770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Decision importante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5CDC33-5551-4DDD-98BC-F1D10389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441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Si alguna falla requiere desbloqueo, el sistema pide PIN, contrasena o patron. Ese valor se guarda exacto, sin convertirlo a mayusculas.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6B8560-2BA8-457A-A407-E66B1E4C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59C7D2-4BF1-4E1D-B21A-84E39E2B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D2AC69-9EA4-4D83-92FE-98D24375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Salida de la recepcion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EA8836-80A8-4763-B5F3-DB19A1F0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441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Se genera codigo de orden, token de rastreo y ticket con QR. El cliente puede conservar el ticket impreso o recibir enlace por WhatsApp.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EB4D80-8928-4D0D-BB16-3A2DD8BE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6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694"/>
                </a:solidFill>
                <a:latin typeface="Aptos"/>
                <a:ea typeface="Aptos"/>
                <a:cs typeface="Aptos"/>
              </a:rPr>
              <a:t>Ingeniería de software · UMG · 04</a:t>
            </a:r>
          </a:p>
        </p:txBody>
      </p:sp>
    </p:spTree>
    <p:extLst>
      <p:ext uri="{BB962C8B-B14F-4D97-AF65-F5344CB8AC3E}">
        <p14:creationId xmlns:p14="http://schemas.microsoft.com/office/powerpoint/2010/main" val="8876315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5A696-3147-4203-8F57-71674B6F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F6F8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FCFF6-6E44-4EAC-9475-9EE99349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4A199-7CE7-49C3-8D93-BE4E85DC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PROCESO OPERATIVO DEL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52E7B-A879-4E20-8468-7AB8F26E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Ticket QR y rastreo publico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0159D-EFC7-4783-B2C4-7254A371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DB795-A8BC-442B-ACFA-EA2CA7FB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5DBC1-7F91-4E20-B579-A61AFDB8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34252-B4DF-4F2D-8D3C-E129C5E9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Ticket con QR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6BC9A-6C74-49D3-B134-D6661342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895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Incluye codigo de orden, datos del cliente, equipo recibido, problema reportado, diagnostico pendiente y terminos.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AD794-3BBA-40A3-99BD-7C1F4277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BA34C-731F-44DA-A06D-0578C9B5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F3F25-9E60-4499-B3BD-53E4D762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8E20B-3B9C-412E-B2D5-C74E4F57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907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Pagina publica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17D46-9B5E-440B-A96A-520F3A67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2895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No requiere login. El cliente ve estado, diagnostico, presupuesto e historial de avances.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D1935-F65D-4846-8E0C-2F81D6AD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98724-F489-4533-87A0-0D703347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C938B-CA87-42B8-95AA-FDA912F7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2E940-64EB-4227-A58D-4F26B7DE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907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Decision del cliente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EECF1-1299-4424-8695-451447D4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33600"/>
            <a:ext cx="2324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Cuando hay presupuesto pendiente, la pagina permite aceptar o rechazar directamente.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E864EC-4845-472D-AC8D-AA2DDCBE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71950"/>
            <a:ext cx="8858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58F1C-873C-40EB-ADC5-8D13203B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10075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El rastreo publico funciona como puente entre taller y cliente: reduce llamadas, evita perdida de informacion y registra la autorizacion del presupuesto.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DFC771-FA1D-4A11-B8B4-C0DDF042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6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694"/>
                </a:solidFill>
                <a:latin typeface="Aptos"/>
                <a:ea typeface="Aptos"/>
                <a:cs typeface="Aptos"/>
              </a:rPr>
              <a:t>Ingeniería de software · UMG · 05</a:t>
            </a:r>
          </a:p>
        </p:txBody>
      </p:sp>
    </p:spTree>
    <p:extLst>
      <p:ext uri="{BB962C8B-B14F-4D97-AF65-F5344CB8AC3E}">
        <p14:creationId xmlns:p14="http://schemas.microsoft.com/office/powerpoint/2010/main" val="20691820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C2424B-6969-4FE8-BF56-9FBB5368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F6F8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3CB6C-F006-4322-AEB3-CAF6DAFA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BF22D-CD37-4D2A-8980-391E5FAC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PROCESO OPERATIVO DEL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352F3-B59E-443D-80A3-B903B409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Diagnostico y presupuesto tecnico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29C71-67E8-48E8-83CF-508CDFBB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548DA-5124-441B-87E7-C339F528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209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FD4EB-035F-4CB7-85EC-886C6705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B47C5-532C-4EF2-85BF-1F90E8B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F7883-3752-4F86-BC9C-550E6643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Revision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4C14F-222B-4CCF-8B8F-DD6844C8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00275"/>
            <a:ext cx="140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Pruebas fisicas, electronicas o de software.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E6E81-CCB0-44BB-9627-51C80611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2479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3827B-0EC6-41F5-AEA4-D73C737A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52600"/>
            <a:ext cx="2209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A3743-685E-419C-8074-0C72378F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05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54A9E-3D7E-4498-AA5C-39795B9C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812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7E598-E14F-40C1-9642-86DB2CF6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050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Diagnostico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A1F32-4032-445B-91B5-EBC2C9C8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00275"/>
            <a:ext cx="140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Hallazgos reales y fallas nuevas detectadas.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A609F-7395-4DD4-973D-A2530CCC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479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77675-8970-4246-9ED6-1117B4AB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2209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85AAE-A27D-4CFF-912C-6C27E2ED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05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0CC74-F639-414B-864B-392E2341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40D8F-70B0-441A-BB57-8DF5F614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Detalle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437AA9-0E08-4447-84EA-C6F68377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0275"/>
            <a:ext cx="140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Mano de obra, repuesto de inventario o cargo adicional.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6B1DAB-5901-47D7-81EA-8B70E0E6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479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15042-63ED-4D6D-90C2-F4E7CF6F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52600"/>
            <a:ext cx="2209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BB3EE-2FA9-4759-94D9-509D1BE2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EF49F-3C5E-45A1-B244-21EC3FDA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812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0CED64-A23A-4D52-9113-48DA9BDC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050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Total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519D51-A4E1-45AB-8F5C-A135E8B8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0275"/>
            <a:ext cx="140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Subtotal automatico y total del presupuesto.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C207FC-4F3E-4892-B88D-C61CD0D1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9F8F6A-7F50-45A8-BFDC-569A81E9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FF07D1-B533-499B-BBE3-675BCEF2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14825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Regla central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14223D-07D5-46F3-B4F6-953DD8D7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57725"/>
            <a:ext cx="4419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No se aprueba presupuesto sin detalles. Si se edita o elimina un detalle, la decision del cliente vuelve a quedar pendiente.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E0AE8E-5538-487E-AA57-AFD904D9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7975F4-F1CC-485E-BA3F-0956DE17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5CDD65-90D9-4904-8819-F6740C40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14825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Control de inventario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F9FEA0-8186-480A-A053-2F92AEE4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57725"/>
            <a:ext cx="4419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Cotizar no descuenta stock. El descuento ocurre hasta que el cliente aprueba y el repuesto fue seleccionado desde inventario.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A2E131-56A4-45F7-AB2B-9CD4BFDF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6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694"/>
                </a:solidFill>
                <a:latin typeface="Aptos"/>
                <a:ea typeface="Aptos"/>
                <a:cs typeface="Aptos"/>
              </a:rPr>
              <a:t>Ingeniería de software · UMG · 06</a:t>
            </a:r>
          </a:p>
        </p:txBody>
      </p:sp>
    </p:spTree>
    <p:extLst>
      <p:ext uri="{BB962C8B-B14F-4D97-AF65-F5344CB8AC3E}">
        <p14:creationId xmlns:p14="http://schemas.microsoft.com/office/powerpoint/2010/main" val="13278958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38EB4B-AEEA-497F-946A-7BFDE929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F6F8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14660-6A5E-4FCF-80D6-978F44E4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A5374-774F-4F1F-8860-A3FACB98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PROCESO OPERATIVO DEL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B0CF7-5C48-49C5-B88B-34BF7F60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Decision del presupuesto: tres canales, una sola regla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D48A6-30BE-4238-BD46-ED5B9584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43B86-2A45-4D9B-BB2F-699A90E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C81C4-B5FB-4847-A7A0-7273D26D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43EF7-2C9F-41FD-9C6E-42538591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Rastreo publico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C8B10-5450-4503-9200-2C6B9E25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2705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Cliente abre enlace/QR y presiona aceptar o rechazar.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534DE-3394-413E-B276-8619162A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9545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9D44C-8AC9-4756-8D89-4ED5B048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954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4293B-5A01-463F-B390-A2AF4F8D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66900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WhatsApp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4762F-8B76-489D-8F72-B4C2B94A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09800"/>
            <a:ext cx="2705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Cliente responde SI ACEPTO o NO ACEPTO con codigo de orden.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F839E-DDDE-448A-8F60-B3B9265A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791E3-8054-4D61-85F2-37AA8A99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8E450-D311-47C3-A285-FBAC2570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Presencial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13A64-A108-4C71-BB3E-1D627913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2705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Operador registra la decision tomada en mostrador.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4C871-AE92-40A9-8162-81060035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028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Todas las rutas terminan en la misma bifurcacion operativa: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C0D340-6102-4A1F-9091-3B83753A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24375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BC27F-A294-423B-9ED9-34EFA9AD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24375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6F370-857A-40B0-B3A0-4D53EF2E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95825"/>
            <a:ext cx="3371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Acepta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F81DE-92CF-41D0-84AA-9A6D1FCC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38725"/>
            <a:ext cx="3371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Orden pasa a EN_REPARACION y consume repuestos de inventario si aplica.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57780-66AD-4552-AFA2-9DA6ED3A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24375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EF1AE-8A73-412B-ABBB-BE50A1E2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24375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19F4A5-9057-4476-9546-0E2D6D1C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95825"/>
            <a:ext cx="3371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Rechaza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46994C-D3F8-4F72-B028-6476C408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38725"/>
            <a:ext cx="3371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Orden pasa a PRESUPUESTO_RECHAZADO y se define devolucion o nuevo presupuesto.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7A4AF8-BF74-4E21-9DFF-F08310B3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6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694"/>
                </a:solidFill>
                <a:latin typeface="Aptos"/>
                <a:ea typeface="Aptos"/>
                <a:cs typeface="Aptos"/>
              </a:rPr>
              <a:t>Ingeniería de software · UMG · 07</a:t>
            </a:r>
          </a:p>
        </p:txBody>
      </p:sp>
    </p:spTree>
    <p:extLst>
      <p:ext uri="{BB962C8B-B14F-4D97-AF65-F5344CB8AC3E}">
        <p14:creationId xmlns:p14="http://schemas.microsoft.com/office/powerpoint/2010/main" val="17632710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252A9E-CDFA-4308-A333-9878DAC4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F6F8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60B49-5414-4E40-A22A-FDADAB59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E359A-6992-4DB1-B252-DDD799CE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PROCESO OPERATIVO DEL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49247-699E-4EB6-9CD7-52DCE4F1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Estados de la orden: trazabilidad desde ingreso hasta entrega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00501-9C30-438A-A849-B7E5D652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1D318-E22A-4399-A3D4-7E886735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1581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BABA9-5350-46C4-B838-09DD4F65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CD3A9-47F6-4187-8928-28AA75FD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33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F244E-FB03-42B6-A730-DB2E3630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43150"/>
            <a:ext cx="1581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0E8F1-AAEC-4396-BDEE-A88440A4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EN_REVISION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C3E8C-D2FB-4088-80A2-9EC04D8A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333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3D831-3D19-4E8A-A433-7B203A66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1581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C414C-02BC-4BDC-9FFF-262D34AF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98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PRESUPUESTO_ENVIADO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9711E-44AF-4897-A9E7-37608E95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33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3B062-58AC-4934-B2CC-D6B14E3D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43150"/>
            <a:ext cx="1581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9C543-FE56-4CD9-87AB-1C8EA156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098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EN_REPARACION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4C46D-2E1E-4E64-8216-619679E9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33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5EA25-C6DC-4BFD-8F36-B56CE33F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581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CAED6-539E-4906-8AC7-695A0511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098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LISTO_PARA_RECOGER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B14F2A-AD6A-4978-AD08-DB65A8B4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794BB-A3D0-41FB-AD13-F1B5F665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43150"/>
            <a:ext cx="1581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2919A-B898-4233-830B-566E5568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098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FINALIZADO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49AD78-DAAA-4536-AC11-1670D41B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147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3ED40E-FDAB-4D8A-ADBF-ED87256F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814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PRESUPUESTO_RECHAZADO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42E15C-C1EE-4868-B01F-0B9B4516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90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Ruta alterna cuando el cliente no autoriza el trabajo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21F7BE-194D-4B69-B7B0-07F2BFB6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190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6B2996-00E6-4F77-9A5E-BF62D2DC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Cada cambio genera historial: estado anterior, nuevo estado, comentario, usuario y fecha.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7A289B-F18B-42D1-AE6B-21C3C852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6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694"/>
                </a:solidFill>
                <a:latin typeface="Aptos"/>
                <a:ea typeface="Aptos"/>
                <a:cs typeface="Aptos"/>
              </a:rPr>
              <a:t>Ingeniería de software · UMG · 08</a:t>
            </a:r>
          </a:p>
        </p:txBody>
      </p:sp>
    </p:spTree>
    <p:extLst>
      <p:ext uri="{BB962C8B-B14F-4D97-AF65-F5344CB8AC3E}">
        <p14:creationId xmlns:p14="http://schemas.microsoft.com/office/powerpoint/2010/main" val="11813823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A8FBBD-4833-4795-A886-A725B068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F6F8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DFD0F-EE67-4D12-B019-CBF35A7F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2361D-57F5-4290-A8CF-ACB60851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PROCESO OPERATIVO DEL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57D72-FC02-47D7-B6D5-02C8C57F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Responsabilidades por 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9AE02-9AD6-45FA-84B4-C6938042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A20D7-BFCB-44CB-8A88-EC2E4B24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23241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8C8D2-EE93-4964-A50E-48465CFD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A2017-EF14-4858-B609-6C8B6CBF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A8895-2DB6-4195-B18D-255BF76D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1981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Gestiona todos los modulos y configuracion general.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B2BF7-BBF9-4E57-BDB5-7B6110FD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95450"/>
            <a:ext cx="23241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1530E-C47F-4E5B-940E-59617C36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954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68958-F2E6-4735-9C1B-AE1837C7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669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RECEPCIONISTA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23CA4-C2C7-42E2-BB6B-09F844B5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981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Clientes, equipos, ordenes, tickets, pagos, ventas y comunicacion.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824EF-AE8A-41D7-973F-27E4D3DD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23241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D0155-9C8A-488C-B373-4164D9BB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2BE36-D578-4D71-B3E2-4DC75BD3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TECNICO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B250E-6B69-4875-9D44-17F1088A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1981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Revision, diagnostico, presupuesto y avance de reparacion.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69E6B-0DA1-4726-B0DA-D0940472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95450"/>
            <a:ext cx="23241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700C8A-9E6C-4E6C-806B-36CB2CC6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954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A4A01-57CF-4231-B196-A0CC749B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669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CLIENTE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6BCCD-D1DB-4613-A443-79C4197D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1981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Consulta rastreo, acepta/rechaza presupuesto y paga.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C3008-BC0F-4726-9A3D-561CDFBE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9753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FCB58-076E-4425-A28A-27A1DC49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Separar responsabilidades ayuda a controlar permisos, reducir errores y dejar evidencia de quien hizo cada cambio.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4CFE3-82BE-4534-977A-C54857A8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6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694"/>
                </a:solidFill>
                <a:latin typeface="Aptos"/>
                <a:ea typeface="Aptos"/>
                <a:cs typeface="Aptos"/>
              </a:rPr>
              <a:t>Ingeniería de software · UMG · 09</a:t>
            </a:r>
          </a:p>
        </p:txBody>
      </p:sp>
    </p:spTree>
    <p:extLst>
      <p:ext uri="{BB962C8B-B14F-4D97-AF65-F5344CB8AC3E}">
        <p14:creationId xmlns:p14="http://schemas.microsoft.com/office/powerpoint/2010/main" val="13756631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25A1B1-FD44-448F-9206-1FC7EFFA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F6F8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FE5E4-26B2-4271-BD92-0B086C3F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8B548-9F27-4016-8A1C-D38DA77A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CONCLUSIONES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66E06-D3FA-4D00-A7DF-B588CDD5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Cierre: valor operativo del sistema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9BAAB-0291-4791-8CF5-CB3BBF86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1656E-F8C0-49B6-A514-D0459672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6F634-DDFC-49CB-9D8E-C314A101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DFD2C-49CF-4F6F-BF7B-CCBCEDAC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Trazabilidad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604C4-2DD7-4FED-AA26-6DE162A6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Cada orden conserva estado, historial, tecnico, diagnostico, presupuesto y pagos.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895E5-65DA-47A1-9F35-C608CCDA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6BB88-7168-4C90-97D8-14E8A107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ECBED-365B-4A66-A820-D13EB225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Control administrativo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1B604-0466-4785-9A26-A68F79A5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Evita registros manuales dispersos y centraliza decisiones y movimientos.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C3DFB-FD97-4831-A5CC-8ADC020F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9FEF1-B7B7-44AB-86DB-A75741A6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BB86F3-AF92-424F-A5B7-9D2764CF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907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Comunicacion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2B3FA-F3B1-4CCD-B0C6-F0AB7D48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QR, rastreo publico y WhatsApp reducen consultas presenciales y llamadas.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FB97A0-986B-4E36-9F45-90529056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Integrantes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4AA86-CC3C-4FF0-8C41-E152D13A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Marvin Chiroy · Obady Pérez · Zaqueo Chivalan · Eddy Cuyuch · Josue Sanchez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93473-8308-444C-9E31-F7C5AC49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Instructora: Ing. Karen Patricia Hernández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DCEAD-E67D-4220-98E1-26FCC159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06D"/>
                </a:solidFill>
                <a:latin typeface="Aptos"/>
                <a:ea typeface="Aptos"/>
                <a:cs typeface="Aptos"/>
              </a:rPr>
              <a:t>Universidad Mariano Gálvez de Guatemala · Ingeniería de software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3C62D-F2A9-4572-A1A6-B09C162B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86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694"/>
                </a:solidFill>
                <a:latin typeface="Aptos"/>
                <a:ea typeface="Aptos"/>
                <a:cs typeface="Aptos"/>
              </a:rPr>
              <a:t>Ingeniería de software · UMG · 10</a:t>
            </a:r>
          </a:p>
        </p:txBody>
      </p:sp>
    </p:spTree>
    <p:extLst>
      <p:ext uri="{BB962C8B-B14F-4D97-AF65-F5344CB8AC3E}">
        <p14:creationId xmlns:p14="http://schemas.microsoft.com/office/powerpoint/2010/main" val="4319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2026-05-30T14:52:42.1220000Z</dcterms:created>
  <dcterms:modified xsi:type="dcterms:W3CDTF">2026-05-30T14:52:42.1220000Z</dcterms:modified>
</coreProperties>
</file>